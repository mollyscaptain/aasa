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one-liner. Name the honest scope up front — it buys credibility for everything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to 45 seconds. The audience already believes the problem — land the last line and move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reframe from "best tool" to "what comparable teams shipped" is the product thesis. Say it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(60-75s): Customer Service / Technology / Startup / Standard / EUR 800 — a healthy match count, never a thin one on stage. Click Generate. Point at one why: line and its evidence bar. Cost tab: name the figure, then say illustrative. Cases tab: CLICK A REAL SOURCE LINK. Export tab: they leave with something for their board. FALLBACK: if the app fails, switch to screenshots and one downloaded export, say so calmly, continue.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out loud: a model guessing at compliance would be the most dangerous thing this product could do — so it never does. This slide answers "how do you know the LLM is not inventing tools".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four targets met, one clearly missed — say the trust-score miss out loud before anyone asks. Our read: credible on evidence, but the cost numbers are the trust bottleneck, which the pricing-sync roadmap item addresses. Numbers copied from P14-Validation-Metrics-Final-v1.md.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one source link during this slide. Let the audience watch a real vendor case study open. It is the single most convincing 5 seconds in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not that we ticked boxes — each of these was a decision with a cost. We gave up accounts and persistence to avoid holding personal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this slide — it is a strength, not an apology. If asked "why always the big cloud vendors", the answer is here: that is what the evidence contains, and we disclose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 hard questions explicitly — it signals we know where the weaknesses are. Expected: sample size, trust score, LLM trustworthiness, compliance safety, big-vendor bias. Answers in the Q&amp;A table of 11-P17-Pitch-Outline-v1.md.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MVP  ·  2-PERSON TEAM  ·  4 WEEKS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AASA</a:t>
            </a:r>
            <a:pPr indent="0" marL="0">
              <a:buNone/>
            </a:pPr>
            <a:r>
              <a:rPr lang="en-US" sz="2600" b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AI-Assisted Stack Architect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teams choose their AI stack from vendor marketing and forum threads.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AASA answers the same question from 3,023 real deployments — in about five minutes,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every recommendation traceable to a real source.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3,023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CASES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PRICED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26480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 min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778240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BLUEPRINT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scope: a 4-week student prototype. Pricing is illustrative; compliance filtering is a shortlist, not certification.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AI stack is guesswork for the people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least room to guess.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 base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36499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pages claim everything. Forum threads are anecdotes. Neither tells you what teams like yours actually deployed.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surprises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336499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Per-token APIs and per-seat SaaS get compared as if they price the same way. Budgets break on the difference.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37744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dead-ends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336499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is chosen, then found unusable for regulated data — after the integration work is done.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the smallest teams carry the largest risk of an expensive, unwindable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WHO IT IS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user, one job to be done.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USER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7249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resource-constrained founder or lead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to mid-market, no dedicated AI architect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for the budget they commit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non-technical, or technical but time-poor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afford a consultant to de-risk the choice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B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JOB TO BE DONE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27249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"Tell me what teams like mine actually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— and what it will cost me."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37947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"what is the best AI tool" — that question has no answerable form. The answerable question is what comparable organisations chose, and what happened.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constraints in. A three-block blueprint out.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7040880" cy="3840480"/>
          </a:xfrm>
          <a:prstGeom prst="roundRect">
            <a:avLst>
              <a:gd name="adj" fmla="val 1429"/>
            </a:avLst>
          </a:prstGeom>
          <a:solidFill>
            <a:srgbClr val="1B1E26"/>
          </a:solidFill>
          <a:ln w="19050">
            <a:solidFill>
              <a:srgbClr val="818CF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3703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 PLACEHOLDER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with: the generated blueprint — Stack tab,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form visible (1 · Recommended AI Stack)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0" y="2212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FIVE INPUTS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66760" y="2560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+ industry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0100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66760" y="2971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66760" y="3383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posture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3794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budget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4206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exclusions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4709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B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THREE BLOCKS 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01000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stack, with evidence per tool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cost vs your budget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source-linked case 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where it matters — the model only writes prose.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24505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7977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over 3,023 real cases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31455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comparable deployments, not keyword matches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3712" y="24505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77977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posture, as a hard rule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31455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before ranking, so compliance is code — not a model guess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2011680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11312" y="24505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11312" y="277977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over the matched cases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11312" y="31455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counting: no hand-picked winners, no weighting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151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44439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" y="47731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/ seat / usage models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51389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by billing model, flagged against your budget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4005072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4151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53712" y="44439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53712" y="47731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writes the paragraph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53712" y="51389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receives the final list, so it cannot invent tools or prices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870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is the last and smallest step. By the time it runs, the tools and the prices are already decided by deterministic Python.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 + all-MiniLM-L6-v2  ·  88.7% of cases resolve to a canonical tool  ·  ranking = collections.Counter, verified in code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REAL TEST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testers. Honest numbers. Intervals included.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371600"/>
                <a:gridCol w="1920240"/>
                <a:gridCol w="265176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 CREDIBLE INTERVAL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value ("saved me research time")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≥70%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(4/5)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 – 94%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Blueprint export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(7/14)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– 70%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Compliance-rule pass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(2/2)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score (median)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≥4/5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LLM latency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1.51s (14 calls)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0.82 / max 3.29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00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point estimate meets the target; the interval overlaps it. At n=5 one person changing their answer moves the rate ~20 points.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52303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394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FUNNEL   </a:t>
            </a:r>
            <a:pPr indent="0" marL="0">
              <a:buNone/>
            </a:pPr>
            <a:r>
              <a:rPr lang="en-US" sz="13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viewed a blueprint  →  7 exported it (50% of viewers)  →  5 answered the survey, 4 said it saved them research time (80%)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as a sequence, not three independent statistics. 14 sessions ≠ 14 distinct people — telemetry has no user identifier,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WHY YOU CAN BELIEVE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traces to a real deployment.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0" y="219456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1B1E26"/>
          </a:solidFill>
          <a:ln w="19050">
            <a:solidFill>
              <a:srgbClr val="818CF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0350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 PLACEHOLDER 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with: 3 · Real Case References tab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(showing Stack used + a Source link)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per tool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"Seen in 5 of 14 matched cases" — the count is computed from the real matched set, not asserted.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stated reason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carries a one-line why:, and the cases that used it are one click away.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organisations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companies, real reported outcomes, original vendor source URLs.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Verifiable, not trusted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4406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asked to believe the summary. You are invited to check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the slide that separates a working product from a demo that could be faked — click a link live.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ETHICS &amp; DATA MINIMISATION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choices, audited weekly.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1755648"/>
          </a:xfrm>
          <a:prstGeom prst="roundRect">
            <a:avLst>
              <a:gd name="adj" fmla="val 3125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accounts, no PII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76148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dropdowns and a number. No login, no persistent identifier, nothing stored server-side.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3383280" cy="1755648"/>
          </a:xfrm>
          <a:prstGeom prst="roundRect">
            <a:avLst>
              <a:gd name="adj" fmla="val 3125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telemetry only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76148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names and numbers in a local file. No third-party analytics service, ever.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2194560"/>
            <a:ext cx="3383280" cy="1755648"/>
          </a:xfrm>
          <a:prstGeom prst="roundRect">
            <a:avLst>
              <a:gd name="adj" fmla="val 3125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fonts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276148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third-party font CDN call, so no user IP is exposed just to render the page.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383280" cy="1755648"/>
          </a:xfrm>
          <a:prstGeom prst="roundRect">
            <a:avLst>
              <a:gd name="adj" fmla="val 3125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389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Disclosed dataset bias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477316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tools are ~45% of all mentions. Published in-product, not buried in a doc.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4206240"/>
            <a:ext cx="3383280" cy="1755648"/>
          </a:xfrm>
          <a:prstGeom prst="roundRect">
            <a:avLst>
              <a:gd name="adj" fmla="val 3125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4389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fabricated trust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3712" y="477316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testimonials, badges, user counts or logos. There are none, so we show none.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4206240"/>
            <a:ext cx="3383280" cy="1755648"/>
          </a:xfrm>
          <a:prstGeom prst="roundRect">
            <a:avLst>
              <a:gd name="adj" fmla="val 3125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4389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written audits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11312" y="477316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Data-minimisation checkpoints dated for weeks 1-4, each verified against the code.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detail: PM &amp; Ethics/Ethical-Action-Plan-v2.md  ·  docs/model-card.md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KNOWN LIMITATIONS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 yet — and what would fix it.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0624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EXISTS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 FIX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is illustrative, not live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Hand-built 41-tool table; no uniform vendor pricing API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Scheduled periodic pricing sync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filter is directional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governance authority backs the classification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/ compliance review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skews to enterprise cloud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reflects real adoption frequency in the source library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Disclosed, not "corrected"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org-size join to case 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source dataset has no company-size field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different or joined dataset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sample is small (n=5)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Realistic for 2 people in 4 weeks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 N; intervals reported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Desktop only, not mobile-tested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gives limited responsive control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Responsive pass before release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Stating these is the point. A capstone that hides its gaps is a capstone nobody can trust.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deferred and logged: plain-language cost export, mainstream-validation overlay, seat-fraction cost scoping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WHERE THIS GOES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prototype — and a clear next step.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03520" cy="2834640"/>
          </a:xfrm>
          <a:prstGeom prst="roundRect">
            <a:avLst>
              <a:gd name="adj" fmla="val 1935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WOULD BUILD 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76148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pricing sync — kills the biggest caveat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Workflow-scoped seat costs, not survey medians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larger, properly powered validation round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/ mobile pass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303520" cy="2834640"/>
          </a:xfrm>
          <a:prstGeom prst="roundRect">
            <a:avLst>
              <a:gd name="adj" fmla="val 1935"/>
            </a:avLst>
          </a:prstGeom>
          <a:solidFill>
            <a:srgbClr val="1B1E26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B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LEARNED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276148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discipline beat ambition — the freeze protected the submission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code first, model last, is a design principle not a shortcut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 missed target earns more trust than hiding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two people, in four weeks, on 3,023 real deployments.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5779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— including the hard ones about sample size.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2026-07-27T12:13:12Z</dcterms:created>
  <dcterms:modified xsi:type="dcterms:W3CDTF">2026-07-27T12:13:12Z</dcterms:modified>
</cp:coreProperties>
</file>